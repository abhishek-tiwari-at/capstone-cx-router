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34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a triage layer that sits in front of a support bot and decides — before any expensive model runs — whether a message should be answered, handled with empathy, treated as a transaction, or sent to a human. We call it the CX triage nurse: it doesn't try to cure everything, it sorts correctly and knows when not to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are good enough today. What keeps enterprises stuck in 'suggest-to-a-human' mode is trust — a bot that invents a refund policy or says 'I've refunded you' when it hasn't is a brand and compliance risk. The missing piece isn't a smarter answer; it's a governed decision about whether the bot should act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one big agent doing everything, a tiny classifier decides where each message goes. The industry is moving toward a single self-governing agent — we bet the opposite. The model reads intent and tone; code decides money, access, and escalation. That separation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message flows through six layers. The key line: model proposes, code decides. The router is cheap Haiku; it only spends the bigger Sonnet agents when the case earns it. The $2k limit, ownership check, and idempotency are plain Python — cheaper, faster, and impossible to jailbreak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decision trace. Same customer, two orders — one auto-approves, one needs a human, purely on the real order value. Try to refund someone else's order and it's blocked. Send a furious message and it's fast-tracked to a person. The model never touches money — it proposes, the code decides. Do this LIVE if the connection is stable; otherwise run demo.py --replay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logged and defensible — this is what a regulated CX team needs. We red-teamed our own agent: you can't refund someone else's order, you can't lowball the amount, you can't prompt-inject it into approving money. Here's the audit trail. We won't quote an accuracy number we haven't earned — the eval harness is built but not yet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cost, safety, and catching at-risk customers early. Next steps: measure routing accuracy honestly against a one-big-agent baseline, make the router sub-200ms with embeddings, add load resilience, and extend to voice — same governed brain, any channel. Nothing here is a rewrite; it's the same architecture, hardened.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up: the value isn't a better answer, it's knowing when the bot should not act — cheaply, safely, and auditably. Repo: github.com/abhishek-tiwari-at/capstone-cx-router.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554480"/>
            <a:ext cx="4206240" cy="4206240"/>
          </a:xfrm>
          <a:prstGeom prst="ellipse">
            <a:avLst/>
          </a:prstGeom>
          <a:solidFill>
            <a:srgbClr val="0055A4"/>
          </a:solidFill>
          <a:ln w="12700">
            <a:solidFill>
              <a:srgbClr val="0055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4663440"/>
            <a:ext cx="2377440" cy="23774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Micro-Intent Router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triage layer that routes each support message to the right agent — or a human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10058400" cy="2057400"/>
          </a:xfrm>
          <a:prstGeom prst="roundRect">
            <a:avLst>
              <a:gd name="adj" fmla="val 2667"/>
            </a:avLst>
          </a:prstGeom>
          <a:solidFill>
            <a:srgbClr val="0A4A85"/>
          </a:solidFill>
          <a:ln w="12700">
            <a:solidFill>
              <a:srgbClr val="1D5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/ Batch   </a:t>
            </a:r>
            <a:r>
              <a:rPr lang="en-US" sz="1400" i="1" dirty="0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Customer Experience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   </a:t>
            </a:r>
            <a:r>
              <a:rPr lang="en-US" sz="1400" i="1" dirty="0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Aug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(MAX 3)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398678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Tiwari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Verma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Rishita Rathi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models aren't the blocker — trust is. Here's what that costs CX teams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01568" cy="448056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975104"/>
            <a:ext cx="2926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customer experience — telecom, banking, finance — where a wrong action is a compliance event, not just a bad reply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contact-centre support: refunds, account changes, cancellations and complaints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CX teams answerable for cost, CSAT, deflection and audited compliance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01568" cy="448056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26864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1975104"/>
            <a:ext cx="2926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Over-automation: one do-everything bot hallucinates answers, over-promises ('I've refunded you') and takes unsafe account actions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Under-automation: routing every contact to a human is slow, costly and doesn't scale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approach knows when it should not act — the judgement that keeps customers safe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blocker isn't capability, it's trust: no safety guarantees, no audit trail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401568" cy="4480560"/>
          </a:xfrm>
          <a:prstGeom prst="roundRect">
            <a:avLst>
              <a:gd name="adj" fmla="val 1613"/>
            </a:avLst>
          </a:prstGeom>
          <a:solidFill>
            <a:srgbClr val="FDEEE2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67344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COST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67344" y="1975104"/>
            <a:ext cx="2926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CX teams are measured on today: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contact climbs when humans handle everything, even the trivial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time balloons — escalated humans restart each case cold, with no context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incidents from unsafe actions, invisible without an audit trail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angry customers spotted only after they've decided to leave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triage layer that routes and reads tone — deterministic code decides money, access and escalation.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8521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" y="1627632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SOLUTION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975104"/>
            <a:ext cx="537667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router reads intent, confidence and tone in one cheap model call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each message to exactly one specialist — FAQ, Empathy, Transaction — or a human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when unsure, and fast-tracks angry or distressed customers straight to a person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answers only from a knowledge base, cites its source, and abstains on no match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the team set: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money, access and escalation decision lives in deterministic code the model can't override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463040"/>
            <a:ext cx="4782312" cy="2103120"/>
          </a:xfrm>
          <a:prstGeom prst="roundRect">
            <a:avLst>
              <a:gd name="adj" fmla="val 2609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95744" y="162763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 &amp; HOW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95744" y="1975104"/>
            <a:ext cx="4306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and contact-centre agents — and the customers messaging them on any channel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as a governed front door in front of the existing support bot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only the cases that truly need a human, each with a ready-made brief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3840480"/>
            <a:ext cx="47823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95744" y="400507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95744" y="4352544"/>
            <a:ext cx="4306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routing, RAG-grounded FAQ, empathy, refund proposals, guardrails and full audit logging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real payment execution, conversation memory, and measured accuracy (harness built, not run)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contrarian bet: a cheap, separate, governed front door — not one self-governing mega-agent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governed layers per message — the model proposes, deterministic code decides.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92240" cy="4480560"/>
          </a:xfrm>
          <a:prstGeom prst="roundRect">
            <a:avLst>
              <a:gd name="adj" fmla="val 1020"/>
            </a:avLst>
          </a:prstGeom>
          <a:solidFill>
            <a:srgbClr val="F5F7F9"/>
          </a:solidFill>
          <a:ln w="15875">
            <a:solidFill>
              <a:srgbClr val="DCE0E6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31927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484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2232" cy="2103120"/>
          </a:xfrm>
          <a:prstGeom prst="roundRect">
            <a:avLst>
              <a:gd name="adj" fmla="val 2609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35824" y="16276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35824" y="1975104"/>
            <a:ext cx="36667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for model access — cheap Haiku 4.5 routes, Sonnet 4.6 runs the agents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structured output · sentence-transformers RAG · FastAPI dashboard · JSON stores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3840480"/>
            <a:ext cx="414223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35824" y="400507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35824" y="4352544"/>
            <a:ext cx="36667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proposes, code decides — the $2k limit, ownership and idempotency are plain Python, impossible to prompt-inject around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Haiku router gates the expensive Sonnet agents, so trivial traffic never pays for a frontier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1000" dirty="0"/>
          </a:p>
        </p:txBody>
      </p:sp>
      <p:pic>
        <p:nvPicPr>
          <p:cNvPr id="900" name="Architecture Diagram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591056"/>
            <a:ext cx="5420563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brain across live scenarios — money, access, tone and intent.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21808" cy="3703320"/>
          </a:xfrm>
          <a:prstGeom prst="roundRect">
            <a:avLst>
              <a:gd name="adj" fmla="val 1235"/>
            </a:avLst>
          </a:prstGeom>
          <a:solidFill>
            <a:srgbClr val="F5F7F9"/>
          </a:solidFill>
          <a:ln w="15875">
            <a:solidFill>
              <a:srgbClr val="DCE0E6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93065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Chat + live decision trace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59836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 — orders on the left, chat in the centre, and a real-time decision trace on the right: intent, sentiment, confidence, cost and reason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18504" y="1463040"/>
            <a:ext cx="5321808" cy="3703320"/>
          </a:xfrm>
          <a:prstGeom prst="roundRect">
            <a:avLst>
              <a:gd name="adj" fmla="val 1235"/>
            </a:avLst>
          </a:prstGeom>
          <a:solidFill>
            <a:srgbClr val="F5F7F9"/>
          </a:solidFill>
          <a:ln w="15875">
            <a:solidFill>
              <a:srgbClr val="DCE0E6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01384" y="293065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Refund routed by real order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38544" y="3259836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ORD-1001 → auto-approvable. The $79.99 amount is read from the order record, never from the customer's message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28523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customer, ORD-1003: at $2,499 it exceeds the $2,000 limit and is routed to a human for approval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504" y="528523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ORD-1002 → blocked: it's another customer's order, so the ownership check stops it before any 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mic-drop: 'How do I cancel?' → FAQ, but 'Cancel now.' → Transaction. Intent, not keywords, decides the route.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and defensible; every red-team attack caught.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794760" cy="3200400"/>
          </a:xfrm>
          <a:prstGeom prst="roundRect">
            <a:avLst>
              <a:gd name="adj" fmla="val 1429"/>
            </a:avLst>
          </a:prstGeom>
          <a:solidFill>
            <a:srgbClr val="F5F7F9"/>
          </a:solidFill>
          <a:ln w="15875">
            <a:solidFill>
              <a:srgbClr val="DCE0E6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67919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view_logs.py audit trail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08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view_logs.py — a blocked ownership attempt, logged with actor, intent, tone, cost and outcome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794760" cy="3200400"/>
          </a:xfrm>
          <a:prstGeom prst="roundRect">
            <a:avLst>
              <a:gd name="adj" fmla="val 1429"/>
            </a:avLst>
          </a:prstGeom>
          <a:solidFill>
            <a:srgbClr val="F5F7F9"/>
          </a:solidFill>
          <a:ln w="15875">
            <a:solidFill>
              <a:srgbClr val="DCE0E6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267919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churn-risk fast-track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3008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furious message flagged as churn-risk and fast-tracked to a human, captured in the same trace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78240" y="1463040"/>
            <a:ext cx="2862072" cy="3200400"/>
          </a:xfrm>
          <a:prstGeom prst="roundRect">
            <a:avLst>
              <a:gd name="adj" fmla="val 1917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015984" y="162763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15984" y="1975104"/>
            <a:ext cx="23865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~$0.004–0.007 per message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~6–20s today, two LLM calls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accuracy: harness built, not yet run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Red-team: 8 / 8 integrity attacks caught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one JSON line/message, PII redacted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91456"/>
            <a:ext cx="532180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5303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ungoverned bot that might act unsafely  →  a governed front door where every decision is deterministic and auditable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18504" y="4791456"/>
            <a:ext cx="5321808" cy="1152144"/>
          </a:xfrm>
          <a:prstGeom prst="roundRect">
            <a:avLst>
              <a:gd name="adj" fmla="val 4762"/>
            </a:avLst>
          </a:prstGeom>
          <a:solidFill>
            <a:srgbClr val="FDEEE2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56248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VS MOCKED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6248" y="5303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working: routing, RAG cite/abstain, guardrails, policy, ownership, idempotency, audit  ·  Mocked: live payment execution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408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Scale-Up 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7680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safety and churn value — with an honest path to enterprise grade.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91056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 governed message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591056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attacks blocked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0" y="1591056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layers per message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40156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" y="3319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ESTIMATE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3666744"/>
            <a:ext cx="29260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measured live per message; the cheap router gates costly agents, and deterministic checks cost zero model calls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red-team tests — IDOR, amount-spoofing, injection, social-engineering, idempotency — all caught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onto EXL CX and contact-centre service lines, behind existing interfaces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3154680"/>
            <a:ext cx="340156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26864" y="3319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ENTERPRISE GRADE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3666744"/>
            <a:ext cx="29260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labelled routing accuracy and a cost/latency baseline vs. one big agent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LLM router with an embedding classifier for sub-200ms triage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circuit breaker and capacity governor for resilience under load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voice on the same governed brain; wire real CRM / payments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3154680"/>
            <a:ext cx="3410712" cy="2788920"/>
          </a:xfrm>
          <a:prstGeom prst="roundRect">
            <a:avLst>
              <a:gd name="adj" fmla="val 1967"/>
            </a:avLst>
          </a:prstGeom>
          <a:solidFill>
            <a:srgbClr val="FDEEE2"/>
          </a:solidFill>
          <a:ln w="12700">
            <a:solidFill>
              <a:srgbClr val="DCE0E6"/>
            </a:solidFill>
            <a:prstDash val="solid"/>
          </a:ln>
          <a:effectLst>
            <a:outerShdw blurRad="101600" dist="12700" dir="5400000" algn="bl" rotWithShape="0">
              <a:srgbClr val="9AA3A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67344" y="33192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7344" y="3666744"/>
            <a:ext cx="293522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~6–20s today; routing accuracy not yet measured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 memory — routing is per message, so cross-turn context is lost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proposed, not executed — no live payments or CRM writes yet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055A4"/>
          </a:solidFill>
          <a:ln w="12700">
            <a:solidFill>
              <a:srgbClr val="0055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097280"/>
            <a:ext cx="2743200" cy="2743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0058400" cy="1234440"/>
          </a:xfrm>
          <a:prstGeom prst="roundRect">
            <a:avLst>
              <a:gd name="adj" fmla="val 4444"/>
            </a:avLst>
          </a:prstGeom>
          <a:solidFill>
            <a:srgbClr val="0A4A85"/>
          </a:solidFill>
          <a:ln w="12700">
            <a:solidFill>
              <a:srgbClr val="1D5E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782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r>
              <a:rPr lang="en-US" sz="1400" i="1" dirty="0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Tiwari· Priyanka Verma </a:t>
            </a:r>
            <a:r>
              <a:rPr lang="en-US" sz="1400" i="1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Rishita Rathi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988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/ Batch   </a:t>
            </a:r>
            <a:r>
              <a:rPr lang="en-US" sz="1400" i="1" dirty="0">
                <a:solidFill>
                  <a:srgbClr val="8FB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Customer Experience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327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Campus Hire Programme  ·  Capstone Project Presentation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99855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1299</Words>
  <Application>Microsoft Office PowerPoint</Application>
  <PresentationFormat>Widescreen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 Template</dc:title>
  <dc:subject>PptxGenJS Presentation</dc:subject>
  <dc:creator>EXL</dc:creator>
  <cp:lastModifiedBy>Rishita Rathi</cp:lastModifiedBy>
  <cp:revision>3</cp:revision>
  <dcterms:created xsi:type="dcterms:W3CDTF">2026-08-03T14:23:06Z</dcterms:created>
  <dcterms:modified xsi:type="dcterms:W3CDTF">2026-08-07T05:44:27Z</dcterms:modified>
</cp:coreProperties>
</file>